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488b8721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488b8721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488b8721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488b8721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488b8721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488b8721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488b8721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488b8721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488b8721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488b8721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488b8721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488b8721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88b8721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488b8721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488b8721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488b8721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488b8721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488b8721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488b8721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488b8721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488b8721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488b8721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premium presentation for a React Native final university project called “AI Meal Planner”.&#10;&#10;Style:&#10;&#10;* Apple-style premium UI&#10;* modern SaaS presentation&#10;* clean typography&#10;* soft gradients&#10;* elegant spacing&#10;* dark navy + green accent palette&#10;* glassmorphism and subtle shadows&#10;* minimal but professional&#10;* visually impressive for university final project defense&#10;&#10;Presentation format:&#10;&#10;* 16:9 widescreen&#10;* modern startup/product pitch deck aesthetic&#10;* smooth visual consistency between slides&#10;* use the uploaded screenshots as device mockups inside slides&#10;* add polished transitions and clean layouts&#10;&#10;Slides structure:&#10;&#10;1. Cover Slide&#10;   Title: AI Meal Planner&#10;   Subtitle: Final React Native Project&#10;   Author: Yuliya Kostenko&#10;   Use premium hero layout with app screenshots.&#10;&#10;2. Project Overview&#10;   Explain that this is an AI-inspired mobile meal planning application built with React Native.&#10;   Mention:&#10;&#10;* meal planning&#10;* shopping management&#10;* nutrition tracking&#10;* responsive mobile UX&#10;&#10;3. Core Features&#10;   Include:&#10;&#10;* AI Meal Generation&#10;* Meal Details&#10;* Shopping List&#10;* Meal History&#10;* Dark / Light Mode&#10;* Nutrition Analytics&#10;* Responsive Navigation&#10;&#10;Use icon cards and screenshots.&#10;&#10;4. Nutrition Insights Feature&#10;   Focus on the new Nutrition Insights screen.&#10;   Show:&#10;&#10;* calories&#10;* protein&#10;* carbs&#10;* fats&#10;* progress bars&#10;  Explain that this is a premium analytics feature added for the final project.&#10;&#10;5. Redux Toolkit &amp; Context API&#10;   Explain:&#10;&#10;* Redux Toolkit for shopping state management&#10;* Context API for dark/light theme&#10;* reusable architecture&#10;* modular component structure&#10;&#10;Use architecture-style visual layout.&#10;&#10;6. Performance Optimization&#10;   Explain:&#10;&#10;* React.memo&#10;* useCallback&#10;* FlatList optimization&#10;* LayoutAnimation&#10;* rendering optimization&#10;&#10;Use developer screenshots and technical visual style.&#10;&#10;7. UI / UX Design&#10;   Focus on:&#10;&#10;* premium mobile UI&#10;* smooth navigation&#10;* modern cards&#10;* animations&#10;* responsive layouts&#10;* dark/light themes&#10;&#10;8. Application Screens&#10;   Create a collage/grid using uploaded screenshots:&#10;&#10;* Home&#10;* Meal Plan&#10;* Shopping&#10;* Summary&#10;* History&#10;* Meal Details&#10;* Nutrition Insights&#10;&#10;9. Final Result&#10;   Explain:&#10;&#10;* scalable architecture&#10;* modular code&#10;* premium UX&#10;* optimized rendering&#10;* modern React Native development practices&#10;&#10;10. Thank You Slide&#10;    Minimal premium ending slide with:&#10;    “Thank You”&#10;    “AI Meal Planner Final Project”&#10;&#10;Use all uploaded screenshots intelligently across slides with elegant layouts and realistic mobile mockup presentation.&#10;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premium presentation for a React Native final university project called “AI Meal Planner”.&#10;&#10;Style:&#10;&#10;* Apple-style premium UI&#10;* modern SaaS presentation&#10;* clean typography&#10;* soft gradients&#10;* elegant spacing&#10;* dark navy + green accent palette&#10;* glassmorphism and subtle shadows&#10;* minimal but professional&#10;* visually impressive for university final project defense&#10;&#10;Presentation format:&#10;&#10;* 16:9 widescreen&#10;* modern startup/product pitch deck aesthetic&#10;* smooth visual consistency between slides&#10;* use the uploaded screenshots as device mockups inside slides&#10;* add polished transitions and clean layouts&#10;&#10;Slides structure:&#10;&#10;1. Cover Slide&#10;   Title: AI Meal Planner&#10;   Subtitle: Final React Native Project&#10;   Author: Yuliya Kostenko&#10;   Use premium hero layout with app screenshots.&#10;&#10;2. Project Overview&#10;   Explain that this is an AI-inspired mobile meal planning application built with React Native.&#10;   Mention:&#10;&#10;* meal planning&#10;* shopping management&#10;* nutrition tracking&#10;* responsive mobile UX&#10;&#10;3. Core Features&#10;   Include:&#10;&#10;* AI Meal Generation&#10;* Meal Details&#10;* Shopping List&#10;* Meal History&#10;* Dark / Light Mode&#10;* Nutrition Analytics&#10;* Responsive Navigation&#10;&#10;Use icon cards and screenshots.&#10;&#10;4. Nutrition Insights Feature&#10;   Focus on the new Nutrition Insights screen.&#10;   Show:&#10;&#10;* calories&#10;* protein&#10;* carbs&#10;* fats&#10;* progress bars&#10;  Explain that this is a premium analytics feature added for the final project.&#10;&#10;5. Redux Toolkit &amp; Context API&#10;   Explain:&#10;&#10;* Redux Toolkit for shopping state management&#10;* Context API for dark/light theme&#10;* reusable architecture&#10;* modular component structure&#10;&#10;Use architecture-style visual layout.&#10;&#10;6. Performance Optimization&#10;   Explain:&#10;&#10;* React.memo&#10;* useCallback&#10;* FlatList optimization&#10;* LayoutAnimation&#10;* rendering optimization&#10;&#10;Use developer screenshots and technical visual style.&#10;&#10;7. UI / UX Design&#10;   Focus on:&#10;&#10;* premium mobile UI&#10;* smooth navigation&#10;* modern cards&#10;* animations&#10;* responsive layouts&#10;* dark/light themes&#10;&#10;8. Application Screens&#10;   Create a collage/grid using uploaded screenshots:&#10;&#10;* Home&#10;* Meal Plan&#10;* Shopping&#10;* Summary&#10;* History&#10;* Meal Details&#10;* Nutrition Insights&#10;&#10;9. Final Result&#10;   Explain:&#10;&#10;* scalable architecture&#10;* modular code&#10;* premium UX&#10;* optimized rendering&#10;* modern React Native development practices&#10;&#10;10. Thank You Slide&#10;    Minimal premium ending slide with:&#10;    “Thank You”&#10;    “AI Meal Planner Final Project”&#10;&#10;Use all uploaded screenshots intelligently across slides with elegant layouts and realistic mobile mockup presentation.&#10;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premium presentation for a React Native final university project called “AI Meal Planner”.&#10;&#10;Style:&#10;&#10;* Apple-style premium UI&#10;* modern SaaS presentation&#10;* clean typography&#10;* soft gradients&#10;* elegant spacing&#10;* dark navy + green accent palette&#10;* glassmorphism and subtle shadows&#10;* minimal but professional&#10;* visually impressive for university final project defense&#10;&#10;Presentation format:&#10;&#10;* 16:9 widescreen&#10;* modern startup/product pitch deck aesthetic&#10;* smooth visual consistency between slides&#10;* use the uploaded screenshots as device mockups inside slides&#10;* add polished transitions and clean layouts&#10;&#10;Slides structure:&#10;&#10;1. Cover Slide&#10;   Title: AI Meal Planner&#10;   Subtitle: Final React Native Project&#10;   Author: Yuliya Kostenko&#10;   Use premium hero layout with app screenshots.&#10;&#10;2. Project Overview&#10;   Explain that this is an AI-inspired mobile meal planning application built with React Native.&#10;   Mention:&#10;&#10;* meal planning&#10;* shopping management&#10;* nutrition tracking&#10;* responsive mobile UX&#10;&#10;3. Core Features&#10;   Include:&#10;&#10;* AI Meal Generation&#10;* Meal Details&#10;* Shopping List&#10;* Meal History&#10;* Dark / Light Mode&#10;* Nutrition Analytics&#10;* Responsive Navigation&#10;&#10;Use icon cards and screenshots.&#10;&#10;4. Nutrition Insights Feature&#10;   Focus on the new Nutrition Insights screen.&#10;   Show:&#10;&#10;* calories&#10;* protein&#10;* carbs&#10;* fats&#10;* progress bars&#10;  Explain that this is a premium analytics feature added for the final project.&#10;&#10;5. Redux Toolkit &amp; Context API&#10;   Explain:&#10;&#10;* Redux Toolkit for shopping state management&#10;* Context API for dark/light theme&#10;* reusable architecture&#10;* modular component structure&#10;&#10;Use architecture-style visual layout.&#10;&#10;6. Performance Optimization&#10;   Explain:&#10;&#10;* React.memo&#10;* useCallback&#10;* FlatList optimization&#10;* LayoutAnimation&#10;* rendering optimization&#10;&#10;Use developer screenshots and technical visual style.&#10;&#10;7. UI / UX Design&#10;   Focus on:&#10;&#10;* premium mobile UI&#10;* smooth navigation&#10;* modern cards&#10;* animations&#10;* responsive layouts&#10;* dark/light themes&#10;&#10;8. Application Screens&#10;   Create a collage/grid using uploaded screenshots:&#10;&#10;* Home&#10;* Meal Plan&#10;* Shopping&#10;* Summary&#10;* History&#10;* Meal Details&#10;* Nutrition Insights&#10;&#10;9. Final Result&#10;   Explain:&#10;&#10;* scalable architecture&#10;* modular code&#10;* premium UX&#10;* optimized rendering&#10;* modern React Native development practices&#10;&#10;10. Thank You Slide&#10;    Minimal premium ending slide with:&#10;    “Thank You”&#10;    “AI Meal Planner Final Project”&#10;&#10;Use all uploaded screenshots intelligently across slides with elegant layouts and realistic mobile mockup presentation.&#10;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premium presentation for a React Native final university project called “AI Meal Planner”.&#10;&#10;Style:&#10;&#10;* Apple-style premium UI&#10;* modern SaaS presentation&#10;* clean typography&#10;* soft gradients&#10;* elegant spacing&#10;* dark navy + green accent palette&#10;* glassmorphism and subtle shadows&#10;* minimal but professional&#10;* visually impressive for university final project defense&#10;&#10;Presentation format:&#10;&#10;* 16:9 widescreen&#10;* modern startup/product pitch deck aesthetic&#10;* smooth visual consistency between slides&#10;* use the uploaded screenshots as device mockups inside slides&#10;* add polished transitions and clean layouts&#10;&#10;Slides structure:&#10;&#10;1. Cover Slide&#10;   Title: AI Meal Planner&#10;   Subtitle: Final React Native Project&#10;   Author: Yuliya Kostenko&#10;   Use premium hero layout with app screenshots.&#10;&#10;2. Project Overview&#10;   Explain that this is an AI-inspired mobile meal planning application built with React Native.&#10;   Mention:&#10;&#10;* meal planning&#10;* shopping management&#10;* nutrition tracking&#10;* responsive mobile UX&#10;&#10;3. Core Features&#10;   Include:&#10;&#10;* AI Meal Generation&#10;* Meal Details&#10;* Shopping List&#10;* Meal History&#10;* Dark / Light Mode&#10;* Nutrition Analytics&#10;* Responsive Navigation&#10;&#10;Use icon cards and screenshots.&#10;&#10;4. Nutrition Insights Feature&#10;   Focus on the new Nutrition Insights screen.&#10;   Show:&#10;&#10;* calories&#10;* protein&#10;* carbs&#10;* fats&#10;* progress bars&#10;  Explain that this is a premium analytics feature added for the final project.&#10;&#10;5. Redux Toolkit &amp; Context API&#10;   Explain:&#10;&#10;* Redux Toolkit for shopping state management&#10;* Context API for dark/light theme&#10;* reusable architecture&#10;* modular component structure&#10;&#10;Use architecture-style visual layout.&#10;&#10;6. Performance Optimization&#10;   Explain:&#10;&#10;* React.memo&#10;* useCallback&#10;* FlatList optimization&#10;* LayoutAnimation&#10;* rendering optimization&#10;&#10;Use developer screenshots and technical visual style.&#10;&#10;7. UI / UX Design&#10;   Focus on:&#10;&#10;* premium mobile UI&#10;* smooth navigation&#10;* modern cards&#10;* animations&#10;* responsive layouts&#10;* dark/light themes&#10;&#10;8. Application Screens&#10;   Create a collage/grid using uploaded screenshots:&#10;&#10;* Home&#10;* Meal Plan&#10;* Shopping&#10;* Summary&#10;* History&#10;* Meal Details&#10;* Nutrition Insights&#10;&#10;9. Final Result&#10;   Explain:&#10;&#10;* scalable architecture&#10;* modular code&#10;* premium UX&#10;* optimized rendering&#10;* modern React Native development practices&#10;&#10;10. Thank You Slide&#10;    Minimal premium ending slide with:&#10;    “Thank You”&#10;    “AI Meal Planner Final Project”&#10;&#10;Use all uploaded screenshots intelligently across slides with elegant layouts and realistic mobile mockup presentation.&#10;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premium presentation for a React Native final university project called “AI Meal Planner”.&#10;&#10;Style:&#10;&#10;* Apple-style premium UI&#10;* modern SaaS presentation&#10;* clean typography&#10;* soft gradients&#10;* elegant spacing&#10;* dark navy + green accent palette&#10;* glassmorphism and subtle shadows&#10;* minimal but professional&#10;* visually impressive for university final project defense&#10;&#10;Presentation format:&#10;&#10;* 16:9 widescreen&#10;* modern startup/product pitch deck aesthetic&#10;* smooth visual consistency between slides&#10;* use the uploaded screenshots as device mockups inside slides&#10;* add polished transitions and clean layouts&#10;&#10;Slides structure:&#10;&#10;1. Cover Slide&#10;   Title: AI Meal Planner&#10;   Subtitle: Final React Native Project&#10;   Author: Yuliya Kostenko&#10;   Use premium hero layout with app screenshots.&#10;&#10;2. Project Overview&#10;   Explain that this is an AI-inspired mobile meal planning application built with React Native.&#10;   Mention:&#10;&#10;* meal planning&#10;* shopping management&#10;* nutrition tracking&#10;* responsive mobile UX&#10;&#10;3. Core Features&#10;   Include:&#10;&#10;* AI Meal Generation&#10;* Meal Details&#10;* Shopping List&#10;* Meal History&#10;* Dark / Light Mode&#10;* Nutrition Analytics&#10;* Responsive Navigation&#10;&#10;Use icon cards and screenshots.&#10;&#10;4. Nutrition Insights Feature&#10;   Focus on the new Nutrition Insights screen.&#10;   Show:&#10;&#10;* calories&#10;* protein&#10;* carbs&#10;* fats&#10;* progress bars&#10;  Explain that this is a premium analytics feature added for the final project.&#10;&#10;5. Redux Toolkit &amp; Context API&#10;   Explain:&#10;&#10;* Redux Toolkit for shopping state management&#10;* Context API for dark/light theme&#10;* reusable architecture&#10;* modular component structure&#10;&#10;Use architecture-style visual layout.&#10;&#10;6. Performance Optimization&#10;   Explain:&#10;&#10;* React.memo&#10;* useCallback&#10;* FlatList optimization&#10;* LayoutAnimation&#10;* rendering optimization&#10;&#10;Use developer screenshots and technical visual style.&#10;&#10;7. UI / UX Design&#10;   Focus on:&#10;&#10;* premium mobile UI&#10;* smooth navigation&#10;* modern cards&#10;* animations&#10;* responsive layouts&#10;* dark/light themes&#10;&#10;8. Application Screens&#10;   Create a collage/grid using uploaded screenshots:&#10;&#10;* Home&#10;* Meal Plan&#10;* Shopping&#10;* Summary&#10;* History&#10;* Meal Details&#10;* Nutrition Insights&#10;&#10;9. Final Result&#10;   Explain:&#10;&#10;* scalable architecture&#10;* modular code&#10;* premium UX&#10;* optimized rendering&#10;* modern React Native development practices&#10;&#10;10. Thank You Slide&#10;    Minimal premium ending slide with:&#10;    “Thank You”&#10;    “AI Meal Planner Final Project”&#10;&#10;Use all uploaded screenshots intelligently across slides with elegant layouts and realistic mobile mockup presentation.&#10;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premium presentation for a React Native final university project called “AI Meal Planner”.&#10;&#10;Style:&#10;&#10;* Apple-style premium UI&#10;* modern SaaS presentation&#10;* clean typography&#10;* soft gradients&#10;* elegant spacing&#10;* dark navy + green accent palette&#10;* glassmorphism and subtle shadows&#10;* minimal but professional&#10;* visually impressive for university final project defense&#10;&#10;Presentation format:&#10;&#10;* 16:9 widescreen&#10;* modern startup/product pitch deck aesthetic&#10;* smooth visual consistency between slides&#10;* use the uploaded screenshots as device mockups inside slides&#10;* add polished transitions and clean layouts&#10;&#10;Slides structure:&#10;&#10;1. Cover Slide&#10;   Title: AI Meal Planner&#10;   Subtitle: Final React Native Project&#10;   Author: Yuliya Kostenko&#10;   Use premium hero layout with app screenshots.&#10;&#10;2. Project Overview&#10;   Explain that this is an AI-inspired mobile meal planning application built with React Native.&#10;   Mention:&#10;&#10;* meal planning&#10;* shopping management&#10;* nutrition tracking&#10;* responsive mobile UX&#10;&#10;3. Core Features&#10;   Include:&#10;&#10;* AI Meal Generation&#10;* Meal Details&#10;* Shopping List&#10;* Meal History&#10;* Dark / Light Mode&#10;* Nutrition Analytics&#10;* Responsive Navigation&#10;&#10;Use icon cards and screenshots.&#10;&#10;4. Nutrition Insights Feature&#10;   Focus on the new Nutrition Insights screen.&#10;   Show:&#10;&#10;* calories&#10;* protein&#10;* carbs&#10;* fats&#10;* progress bars&#10;  Explain that this is a premium analytics feature added for the final project.&#10;&#10;5. Redux Toolkit &amp; Context API&#10;   Explain:&#10;&#10;* Redux Toolkit for shopping state management&#10;* Context API for dark/light theme&#10;* reusable architecture&#10;* modular component structure&#10;&#10;Use architecture-style visual layout.&#10;&#10;6. Performance Optimization&#10;   Explain:&#10;&#10;* React.memo&#10;* useCallback&#10;* FlatList optimization&#10;* LayoutAnimation&#10;* rendering optimization&#10;&#10;Use developer screenshots and technical visual style.&#10;&#10;7. UI / UX Design&#10;   Focus on:&#10;&#10;* premium mobile UI&#10;* smooth navigation&#10;* modern cards&#10;* animations&#10;* responsive layouts&#10;* dark/light themes&#10;&#10;8. Application Screens&#10;   Create a collage/grid using uploaded screenshots:&#10;&#10;* Home&#10;* Meal Plan&#10;* Shopping&#10;* Summary&#10;* History&#10;* Meal Details&#10;* Nutrition Insights&#10;&#10;9. Final Result&#10;   Explain:&#10;&#10;* scalable architecture&#10;* modular code&#10;* premium UX&#10;* optimized rendering&#10;* modern React Native development practices&#10;&#10;10. Thank You Slide&#10;    Minimal premium ending slide with:&#10;    “Thank You”&#10;    “AI Meal Planner Final Project”&#10;&#10;Use all uploaded screenshots intelligently across slides with elegant layouts and realistic mobile mockup presentation.&#10;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premium presentation for a React Native final university project called “AI Meal Planner”.&#10;&#10;Style:&#10;&#10;* Apple-style premium UI&#10;* modern SaaS presentation&#10;* clean typography&#10;* soft gradients&#10;* elegant spacing&#10;* dark navy + green accent palette&#10;* glassmorphism and subtle shadows&#10;* minimal but professional&#10;* visually impressive for university final project defense&#10;&#10;Presentation format:&#10;&#10;* 16:9 widescreen&#10;* modern startup/product pitch deck aesthetic&#10;* smooth visual consistency between slides&#10;* use the uploaded screenshots as device mockups inside slides&#10;* add polished transitions and clean layouts&#10;&#10;Slides structure:&#10;&#10;1. Cover Slide&#10;   Title: AI Meal Planner&#10;   Subtitle: Final React Native Project&#10;   Author: Yuliya Kostenko&#10;   Use premium hero layout with app screenshots.&#10;&#10;2. Project Overview&#10;   Explain that this is an AI-inspired mobile meal planning application built with React Native.&#10;   Mention:&#10;&#10;* meal planning&#10;* shopping management&#10;* nutrition tracking&#10;* responsive mobile UX&#10;&#10;3. Core Features&#10;   Include:&#10;&#10;* AI Meal Generation&#10;* Meal Details&#10;* Shopping List&#10;* Meal History&#10;* Dark / Light Mode&#10;* Nutrition Analytics&#10;* Responsive Navigation&#10;&#10;Use icon cards and screenshots.&#10;&#10;4. Nutrition Insights Feature&#10;   Focus on the new Nutrition Insights screen.&#10;   Show:&#10;&#10;* calories&#10;* protein&#10;* carbs&#10;* fats&#10;* progress bars&#10;  Explain that this is a premium analytics feature added for the final project.&#10;&#10;5. Redux Toolkit &amp; Context API&#10;   Explain:&#10;&#10;* Redux Toolkit for shopping state management&#10;* Context API for dark/light theme&#10;* reusable architecture&#10;* modular component structure&#10;&#10;Use architecture-style visual layout.&#10;&#10;6. Performance Optimization&#10;   Explain:&#10;&#10;* React.memo&#10;* useCallback&#10;* FlatList optimization&#10;* LayoutAnimation&#10;* rendering optimization&#10;&#10;Use developer screenshots and technical visual style.&#10;&#10;7. UI / UX Design&#10;   Focus on:&#10;&#10;* premium mobile UI&#10;* smooth navigation&#10;* modern cards&#10;* animations&#10;* responsive layouts&#10;* dark/light themes&#10;&#10;8. Application Screens&#10;   Create a collage/grid using uploaded screenshots:&#10;&#10;* Home&#10;* Meal Plan&#10;* Shopping&#10;* Summary&#10;* History&#10;* Meal Details&#10;* Nutrition Insights&#10;&#10;9. Final Result&#10;   Explain:&#10;&#10;* scalable architecture&#10;* modular code&#10;* premium UX&#10;* optimized rendering&#10;* modern React Native development practices&#10;&#10;10. Thank You Slide&#10;    Minimal premium ending slide with:&#10;    “Thank You”&#10;    “AI Meal Planner Final Project”&#10;&#10;Use all uploaded screenshots intelligently across slides with elegant layouts and realistic mobile mockup presentation.&#10;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premium presentation for a React Native final university project called “AI Meal Planner”.&#10;&#10;Style:&#10;&#10;* Apple-style premium UI&#10;* modern SaaS presentation&#10;* clean typography&#10;* soft gradients&#10;* elegant spacing&#10;* dark navy + green accent palette&#10;* glassmorphism and subtle shadows&#10;* minimal but professional&#10;* visually impressive for university final project defense&#10;&#10;Presentation format:&#10;&#10;* 16:9 widescreen&#10;* modern startup/product pitch deck aesthetic&#10;* smooth visual consistency between slides&#10;* use the uploaded screenshots as device mockups inside slides&#10;* add polished transitions and clean layouts&#10;&#10;Slides structure:&#10;&#10;1. Cover Slide&#10;   Title: AI Meal Planner&#10;   Subtitle: Final React Native Project&#10;   Author: Yuliya Kostenko&#10;   Use premium hero layout with app screenshots.&#10;&#10;2. Project Overview&#10;   Explain that this is an AI-inspired mobile meal planning application built with React Native.&#10;   Mention:&#10;&#10;* meal planning&#10;* shopping management&#10;* nutrition tracking&#10;* responsive mobile UX&#10;&#10;3. Core Features&#10;   Include:&#10;&#10;* AI Meal Generation&#10;* Meal Details&#10;* Shopping List&#10;* Meal History&#10;* Dark / Light Mode&#10;* Nutrition Analytics&#10;* Responsive Navigation&#10;&#10;Use icon cards and screenshots.&#10;&#10;4. Nutrition Insights Feature&#10;   Focus on the new Nutrition Insights screen.&#10;   Show:&#10;&#10;* calories&#10;* protein&#10;* carbs&#10;* fats&#10;* progress bars&#10;  Explain that this is a premium analytics feature added for the final project.&#10;&#10;5. Redux Toolkit &amp; Context API&#10;   Explain:&#10;&#10;* Redux Toolkit for shopping state management&#10;* Context API for dark/light theme&#10;* reusable architecture&#10;* modular component structure&#10;&#10;Use architecture-style visual layout.&#10;&#10;6. Performance Optimization&#10;   Explain:&#10;&#10;* React.memo&#10;* useCallback&#10;* FlatList optimization&#10;* LayoutAnimation&#10;* rendering optimization&#10;&#10;Use developer screenshots and technical visual style.&#10;&#10;7. UI / UX Design&#10;   Focus on:&#10;&#10;* premium mobile UI&#10;* smooth navigation&#10;* modern cards&#10;* animations&#10;* responsive layouts&#10;* dark/light themes&#10;&#10;8. Application Screens&#10;   Create a collage/grid using uploaded screenshots:&#10;&#10;* Home&#10;* Meal Plan&#10;* Shopping&#10;* Summary&#10;* History&#10;* Meal Details&#10;* Nutrition Insights&#10;&#10;9. Final Result&#10;   Explain:&#10;&#10;* scalable architecture&#10;* modular code&#10;* premium UX&#10;* optimized rendering&#10;* modern React Native development practices&#10;&#10;10. Thank You Slide&#10;    Minimal premium ending slide with:&#10;    “Thank You”&#10;    “AI Meal Planner Final Project”&#10;&#10;Use all uploaded screenshots intelligently across slides with elegant layouts and realistic mobile mockup presentation.&#10;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premium presentation for a React Native final university project called “AI Meal Planner”.&#10;&#10;Style:&#10;&#10;* Apple-style premium UI&#10;* modern SaaS presentation&#10;* clean typography&#10;* soft gradients&#10;* elegant spacing&#10;* dark navy + green accent palette&#10;* glassmorphism and subtle shadows&#10;* minimal but professional&#10;* visually impressive for university final project defense&#10;&#10;Presentation format:&#10;&#10;* 16:9 widescreen&#10;* modern startup/product pitch deck aesthetic&#10;* smooth visual consistency between slides&#10;* use the uploaded screenshots as device mockups inside slides&#10;* add polished transitions and clean layouts&#10;&#10;Slides structure:&#10;&#10;1. Cover Slide&#10;   Title: AI Meal Planner&#10;   Subtitle: Final React Native Project&#10;   Author: Yuliya Kostenko&#10;   Use premium hero layout with app screenshots.&#10;&#10;2. Project Overview&#10;   Explain that this is an AI-inspired mobile meal planning application built with React Native.&#10;   Mention:&#10;&#10;* meal planning&#10;* shopping management&#10;* nutrition tracking&#10;* responsive mobile UX&#10;&#10;3. Core Features&#10;   Include:&#10;&#10;* AI Meal Generation&#10;* Meal Details&#10;* Shopping List&#10;* Meal History&#10;* Dark / Light Mode&#10;* Nutrition Analytics&#10;* Responsive Navigation&#10;&#10;Use icon cards and screenshots.&#10;&#10;4. Nutrition Insights Feature&#10;   Focus on the new Nutrition Insights screen.&#10;   Show:&#10;&#10;* calories&#10;* protein&#10;* carbs&#10;* fats&#10;* progress bars&#10;  Explain that this is a premium analytics feature added for the final project.&#10;&#10;5. Redux Toolkit &amp; Context API&#10;   Explain:&#10;&#10;* Redux Toolkit for shopping state management&#10;* Context API for dark/light theme&#10;* reusable architecture&#10;* modular component structure&#10;&#10;Use architecture-style visual layout.&#10;&#10;6. Performance Optimization&#10;   Explain:&#10;&#10;* React.memo&#10;* useCallback&#10;* FlatList optimization&#10;* LayoutAnimation&#10;* rendering optimization&#10;&#10;Use developer screenshots and technical visual style.&#10;&#10;7. UI / UX Design&#10;   Focus on:&#10;&#10;* premium mobile UI&#10;* smooth navigation&#10;* modern cards&#10;* animations&#10;* responsive layouts&#10;* dark/light themes&#10;&#10;8. Application Screens&#10;   Create a collage/grid using uploaded screenshots:&#10;&#10;* Home&#10;* Meal Plan&#10;* Shopping&#10;* Summary&#10;* History&#10;* Meal Details&#10;* Nutrition Insights&#10;&#10;9. Final Result&#10;   Explain:&#10;&#10;* scalable architecture&#10;* modular code&#10;* premium UX&#10;* optimized rendering&#10;* modern React Native development practices&#10;&#10;10. Thank You Slide&#10;    Minimal premium ending slide with:&#10;    “Thank You”&#10;    “AI Meal Planner Final Project”&#10;&#10;Use all uploaded screenshots intelligently across slides with elegant layouts and realistic mobile mockup presentation.&#10;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premium presentation for a React Native final university project called “AI Meal Planner”.&#10;&#10;Style:&#10;&#10;* Apple-style premium UI&#10;* modern SaaS presentation&#10;* clean typography&#10;* soft gradients&#10;* elegant spacing&#10;* dark navy + green accent palette&#10;* glassmorphism and subtle shadows&#10;* minimal but professional&#10;* visually impressive for university final project defense&#10;&#10;Presentation format:&#10;&#10;* 16:9 widescreen&#10;* modern startup/product pitch deck aesthetic&#10;* smooth visual consistency between slides&#10;* use the uploaded screenshots as device mockups inside slides&#10;* add polished transitions and clean layouts&#10;&#10;Slides structure:&#10;&#10;1. Cover Slide&#10;   Title: AI Meal Planner&#10;   Subtitle: Final React Native Project&#10;   Author: Yuliya Kostenko&#10;   Use premium hero layout with app screenshots.&#10;&#10;2. Project Overview&#10;   Explain that this is an AI-inspired mobile meal planning application built with React Native.&#10;   Mention:&#10;&#10;* meal planning&#10;* shopping management&#10;* nutrition tracking&#10;* responsive mobile UX&#10;&#10;3. Core Features&#10;   Include:&#10;&#10;* AI Meal Generation&#10;* Meal Details&#10;* Shopping List&#10;* Meal History&#10;* Dark / Light Mode&#10;* Nutrition Analytics&#10;* Responsive Navigation&#10;&#10;Use icon cards and screenshots.&#10;&#10;4. Nutrition Insights Feature&#10;   Focus on the new Nutrition Insights screen.&#10;   Show:&#10;&#10;* calories&#10;* protein&#10;* carbs&#10;* fats&#10;* progress bars&#10;  Explain that this is a premium analytics feature added for the final project.&#10;&#10;5. Redux Toolkit &amp; Context API&#10;   Explain:&#10;&#10;* Redux Toolkit for shopping state management&#10;* Context API for dark/light theme&#10;* reusable architecture&#10;* modular component structure&#10;&#10;Use architecture-style visual layout.&#10;&#10;6. Performance Optimization&#10;   Explain:&#10;&#10;* React.memo&#10;* useCallback&#10;* FlatList optimization&#10;* LayoutAnimation&#10;* rendering optimization&#10;&#10;Use developer screenshots and technical visual style.&#10;&#10;7. UI / UX Design&#10;   Focus on:&#10;&#10;* premium mobile UI&#10;* smooth navigation&#10;* modern cards&#10;* animations&#10;* responsive layouts&#10;* dark/light themes&#10;&#10;8. Application Screens&#10;   Create a collage/grid using uploaded screenshots:&#10;&#10;* Home&#10;* Meal Plan&#10;* Shopping&#10;* Summary&#10;* History&#10;* Meal Details&#10;* Nutrition Insights&#10;&#10;9. Final Result&#10;   Explain:&#10;&#10;* scalable architecture&#10;* modular code&#10;* premium UX&#10;* optimized rendering&#10;* modern React Native development practices&#10;&#10;10. Thank You Slide&#10;    Minimal premium ending slide with:&#10;    “Thank You”&#10;    “AI Meal Planner Final Project”&#10;&#10;Use all uploaded screenshots intelligently across slides with elegant layouts and realistic mobile mockup presentation.&#10;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